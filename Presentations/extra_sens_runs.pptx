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8" r:id="rId7"/>
    <p:sldId id="269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31" d="100"/>
          <a:sy n="131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E57E-31FE-BD93-7B88-A56DB51EC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F6672-CF17-82DB-3B2F-D7D0F0010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67C10-35C3-1DCE-311E-06DBF91A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8468-4314-3996-4573-9FCC22C0F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F39F-ED6E-F09B-BE55-63860109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71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15564-C779-BB63-F858-928B496E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12E8-03EE-598D-7003-951EDF557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560F1-67DF-C883-2195-71D1198E0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4A173-63D9-E2B8-077D-736EF72CD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10A76-89C5-A29E-75E2-ED725826E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2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1C16-222D-5CEB-9F03-9B466EDDF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C8659-9B0B-BCEB-35CE-ABB50EC79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25201-FD7B-58A9-E7A0-0E9913D2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F82B-8AD8-F81A-1446-3D97E0B0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639D-42F6-5E14-A460-EEE76F7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CD67A-EB24-669A-283B-280BC1AE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B1EB-A55A-F5D3-2E77-8EEDD7017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2F111-999D-90D5-DDDD-E8224E544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5870F-7DB6-D420-C791-C46C05B75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A3B86-9DED-BCF3-FBB2-85349C4C3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A1D8A-E9A7-01FE-4D6C-719B61C6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BC5F-6EFB-59C9-A7B4-41FA28CD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F5E82-01D5-545F-71F2-3D652E908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2055A-F90F-C57D-8192-960F2F1A40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EB8DA-9EA2-2B79-55D0-6DC9AAECD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47ADF-855E-8947-8C5A-5B91D2E0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F0CB1-92FB-BD9C-26C9-716139D7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B2BB7-2640-B872-83BA-6C527B841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26F7A-A74B-083D-5E26-E6A38E0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38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5B1A-1E48-4063-7432-7AA57688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49740-76A8-55CD-DD22-2A785DC74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B7AF70-2085-97C6-75F0-78175895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1CBF8-5C00-3E94-8A70-80DEE3BD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3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170C57-0E3E-7431-A2BE-E688BA43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07B8CD-FDCA-F674-9471-2C52FD27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0E0278-5558-3F8B-6D5F-7B68C053C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4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7CB6-0786-7F01-5F05-CAF6F26F9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A5A5F-EBF2-D3D3-0BFA-7865FE1DD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C39C5-DAEA-A49A-3BB0-0C6CD10CF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50B23-C580-BC6A-5E90-3CAABFCB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FA09D-525F-7D7A-1431-278FB78FC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E9DA3-F920-A00E-CB87-09CD2A80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0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8A963-783D-C43A-6D09-3C5F64710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9A67B1-C899-7A6C-6477-8E7D33646E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7D5AB-E694-E5BE-1719-FA7A6821A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D6057-866E-6C31-2755-55694CCC2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1ECA1-2113-1C70-3E4A-695AD5830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56FB1-0FD2-1630-0F73-6F9FF687E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8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E9EC-F7B1-8E1E-9BF1-E703B09D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1B94C-EE30-756E-C07B-38F2F90F8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D9A2C-2DEA-8A31-5BBE-3A45ECBC9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92C6C-1504-BE7F-4150-8E11AFEF6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0EAD9-EEE1-CF56-4C7F-9C70EB64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8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AFB6D-B5FE-E17F-D7BA-0BB4CF4E84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B4FE8-969E-8948-0C9B-FC2C85165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9D0E8-24F6-79C5-81A6-D70430F5C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9E7B3-1267-A441-9A63-D2F57F5D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E7C36-3468-569C-527A-8170D80E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57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A47575-78C0-34C6-0EB1-7E8668856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19CF8-F1DB-C590-3403-8A377E82E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3B792-6206-A2DA-AB1B-5D6AEC7E8B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C32CB-86E0-F84D-87EE-9D3B7DED6E53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06375-7D6B-817C-7871-C6B83BFC7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F728A-42FD-733C-BEEB-8F2D39BA1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BCCBCA-2F88-4F40-BE2A-D2C1759F7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39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38EC-F8D4-4CA0-7B2E-AA23F80F3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Zeroing out plus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E50B-F874-8FC0-8296-5D67DE5E9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25315" cy="4351338"/>
          </a:xfrm>
        </p:spPr>
        <p:txBody>
          <a:bodyPr>
            <a:normAutofit/>
          </a:bodyPr>
          <a:lstStyle/>
          <a:p>
            <a:r>
              <a:rPr lang="en-US" dirty="0"/>
              <a:t>26.1i_1Reg_Cont_Upd_No_wAI_LLS_plus_group_0</a:t>
            </a:r>
          </a:p>
          <a:p>
            <a:r>
              <a:rPr lang="en-US" dirty="0"/>
              <a:t>26.2b_FAA_3Flt_LLS_Only_plus_group_0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Little difference in overall population dynamics and model fits</a:t>
            </a:r>
          </a:p>
          <a:p>
            <a:r>
              <a:rPr lang="en-US" dirty="0"/>
              <a:t>Suggests that plus group effect has small influence on overall interpretation of population dynamics</a:t>
            </a:r>
          </a:p>
        </p:txBody>
      </p:sp>
    </p:spTree>
    <p:extLst>
      <p:ext uri="{BB962C8B-B14F-4D97-AF65-F5344CB8AC3E}">
        <p14:creationId xmlns:p14="http://schemas.microsoft.com/office/powerpoint/2010/main" val="111857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ED123-9CB8-1FC7-F143-0FCD50A9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81F5-20DE-2909-3580-8B511C24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26.1i_1Reg_Cont_Upd_No_wAI_LLS_plus_group_0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5DA1A7-8DFF-BBD5-3128-FADE30B80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055" y="2083418"/>
            <a:ext cx="9181889" cy="477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9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DEAB-3AA7-5BF6-A518-3A721836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D93A-9C66-A3B8-D28E-07B7ACFD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26.1i_1Reg_Cont_Upd_No_wAI_LLS_plus_group_0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41324-1E45-0182-3072-08057DE63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624" y="2100649"/>
            <a:ext cx="9148752" cy="475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8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D289-A1D4-F4D7-096E-F2E731A41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20FD-5389-A7CA-930F-E4A54F81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26.2b_FAA_3Flt_LLS_Only_plus_group_0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F26BFA-E540-96C9-BFDB-A9D379E42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31" y="1733937"/>
            <a:ext cx="993713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32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1EF7-E04D-56C8-121D-B8DD06D92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DE8B6-4BBA-62EF-1CC2-8FEEFD5F4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26.2b_FAA_3Flt_LLS_Only_plus_group_0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4DEA12-C0A0-7D98-97F3-B65D17A1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31" y="1690688"/>
            <a:ext cx="993713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1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FF715B-F6AE-C66A-22DF-DF478CC12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9079"/>
            <a:ext cx="11848413" cy="61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7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EC84-C38E-FE79-74B7-F4251AFF5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C898F-EAD9-5E6B-B77C-31320E41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080"/>
            <a:ext cx="12192000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68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22E7-5DE7-4B9E-3D42-53663805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61D2D-78EA-5B08-8DD2-7F80428A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Zeroing out plus group and adding a dome to the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2EE4C-9BCB-E69E-D778-AF1DD38A2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19006" cy="5167311"/>
          </a:xfrm>
        </p:spPr>
        <p:txBody>
          <a:bodyPr>
            <a:normAutofit fontScale="92500"/>
          </a:bodyPr>
          <a:lstStyle/>
          <a:p>
            <a:r>
              <a:rPr lang="en-US" dirty="0"/>
              <a:t>26.2a_FAA_Fsh+Srvy_plus_group_0</a:t>
            </a:r>
          </a:p>
          <a:p>
            <a:r>
              <a:rPr lang="en-US" dirty="0"/>
              <a:t>26.2a_FAA_Fsh+Srvy_dome</a:t>
            </a:r>
          </a:p>
          <a:p>
            <a:r>
              <a:rPr lang="en-US" dirty="0"/>
              <a:t>26.2a_FAA_Fsh+Srvy_plus_group_0_dome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Little difference in overall population dynamics and model fits</a:t>
            </a:r>
          </a:p>
          <a:p>
            <a:r>
              <a:rPr lang="en-US" dirty="0"/>
              <a:t>Suggests that plus group effect and selectivity choice in the AI has small influence on overall interpretation of population dynamics</a:t>
            </a:r>
          </a:p>
          <a:p>
            <a:r>
              <a:rPr lang="en-US" dirty="0"/>
              <a:t>Differences in selectivity when zeroing plus group and doming</a:t>
            </a:r>
          </a:p>
          <a:p>
            <a:pPr lvl="1"/>
            <a:r>
              <a:rPr lang="en-US" dirty="0"/>
              <a:t>Doming becomes less extreme when zeroing out plus group (need to try to remove these individuals since no longer observing them in the model) </a:t>
            </a:r>
          </a:p>
          <a:p>
            <a:r>
              <a:rPr lang="en-US" dirty="0"/>
              <a:t>Likely due to low catches in the AI region relative to the GOA</a:t>
            </a:r>
          </a:p>
        </p:txBody>
      </p:sp>
    </p:spTree>
    <p:extLst>
      <p:ext uri="{BB962C8B-B14F-4D97-AF65-F5344CB8AC3E}">
        <p14:creationId xmlns:p14="http://schemas.microsoft.com/office/powerpoint/2010/main" val="608879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BB80-76B6-B2E1-C0B2-4AF691B1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4A05E-8B78-4C0B-DE5F-CBEACDFEF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Zeroing out plus group and adding a dome to the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88A6C-74DF-C06C-306B-CAB894797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705" y="1779373"/>
            <a:ext cx="9766590" cy="507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51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154C9-CA13-3F08-DB65-96F644D7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138C-7AF7-0636-D68B-86C40F86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Zeroing out plus group and adding a dome to the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0BCF1-01AE-E929-DDF3-D43F1548B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86" y="1791730"/>
            <a:ext cx="9742827" cy="5066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4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5BF7-0F67-5E28-755F-F6F5F4B0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4C124-7096-F936-7AC6-BC95B252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Zeroing out plus group and adding a dome to the AI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F8FD-E628-9058-6AD7-4E6CF942B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043" y="1690688"/>
            <a:ext cx="993713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24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3916A-CC4E-634B-5C77-DCABC405D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0266-CC7E-774E-CC8E-0522599E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60712" cy="1325563"/>
          </a:xfrm>
        </p:spPr>
        <p:txBody>
          <a:bodyPr/>
          <a:lstStyle/>
          <a:p>
            <a:r>
              <a:rPr lang="en-US" dirty="0"/>
              <a:t>Zeroing out plus group and adding a dome to the 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26A36A-E9B3-30D8-864B-D8DF69EA8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43" y="1665949"/>
            <a:ext cx="9984714" cy="519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61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298</Words>
  <Application>Microsoft Macintosh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Zeroing out plus group</vt:lpstr>
      <vt:lpstr>26.1i_1Reg_Cont_Upd_No_wAI_LLS_plus_group_0</vt:lpstr>
      <vt:lpstr>26.1i_1Reg_Cont_Upd_No_wAI_LLS_plus_group_0</vt:lpstr>
      <vt:lpstr>26.2b_FAA_3Flt_LLS_Only_plus_group_0</vt:lpstr>
      <vt:lpstr>26.2b_FAA_3Flt_LLS_Only_plus_group_0</vt:lpstr>
      <vt:lpstr>PowerPoint Presentation</vt:lpstr>
      <vt:lpstr>PowerPoint Presentation</vt:lpstr>
      <vt:lpstr>Zeroing out plus group and adding a dome to the AI</vt:lpstr>
      <vt:lpstr>Zeroing out plus group and adding a dome to the AI</vt:lpstr>
      <vt:lpstr>Zeroing out plus group and adding a dome to the AI</vt:lpstr>
      <vt:lpstr>Zeroing out plus group and adding a dome to the AI</vt:lpstr>
      <vt:lpstr>Zeroing out plus group and adding a dome to the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Cheng</dc:creator>
  <cp:lastModifiedBy>Matt Cheng</cp:lastModifiedBy>
  <cp:revision>10</cp:revision>
  <dcterms:created xsi:type="dcterms:W3CDTF">2026-06-18T00:06:21Z</dcterms:created>
  <dcterms:modified xsi:type="dcterms:W3CDTF">2026-06-18T01:12:28Z</dcterms:modified>
</cp:coreProperties>
</file>